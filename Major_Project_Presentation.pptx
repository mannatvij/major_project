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320040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Smart 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4B5F6"/>
                </a:solidFill>
              </a:rPr>
              <a:t>Appointment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46120"/>
            <a:ext cx="5760720" cy="5486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BDEFB"/>
                </a:solidFill>
              </a:rPr>
              <a:t>MAJOR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Presented by:  Mannat Vij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</a:rPr>
              <a:t>Under the Guidance of:  Dr. Krishna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910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9ABF"/>
                </a:solidFill>
              </a:rPr>
              <a:t>Computer Science &amp; Engineering  |  2024–25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Presentation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" y="158191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15270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What the project is &amp; 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7180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313639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0815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Goals and purpose of the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2628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69087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4690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6360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Development approach, APIs &amp; tools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41732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9088" y="158191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15270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Progress &amp;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Planned vs. completed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7180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19088" y="313639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0815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Project Snapshots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Live screenshots from the running application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526280"/>
            <a:ext cx="57607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4690872"/>
            <a:ext cx="50292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90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6360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C54"/>
                </a:solidFill>
              </a:rPr>
              <a:t>Future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66"/>
                </a:solidFill>
              </a:rPr>
              <a:t>Planned enhancements and extensions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About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64592" cy="4937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0">
                <a:solidFill>
                  <a:srgbClr val="1A1A2E"/>
                </a:solidFill>
              </a:rPr>
              <a:t>In today's fast-paced world, the healthcare sector faces a critical challenge — the growing gap between patients seeking timely medical care and doctors managing overwhelming schedules through outdated, manual processes. Phone-based bookings, long waiting queues, and fragmented paper records result in missed consultations and poor patient experiences.
The Smart Healthcare Appointment System is a robust, full-stack web application engineered to digitise and streamline the complete appointment lifecycle. Built on a React.js frontend (Material-UI), a Spring Boot RESTful backend, and MongoDB as a flexible NoSQL data store, the platform empowers patients to discover specialist doctors, check real-time availability, and book appointments instantly — while giving doctors full control over their schedules and patient queues.
Secured by industry-standard JWT-based authentication and role-based access control, the system represents a scalable, modern solution to one of healthcare's most persistent operational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989320"/>
            <a:ext cx="1207008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9846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5989320"/>
            <a:ext cx="1732788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5998464"/>
            <a:ext cx="16413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Spring Boot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1939" y="5989320"/>
            <a:ext cx="1101852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7659" y="5998464"/>
            <a:ext cx="10104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8383" y="5989320"/>
            <a:ext cx="1207008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4103" y="599846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JWT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9983" y="5989320"/>
            <a:ext cx="1522476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3" y="5998464"/>
            <a:ext cx="14310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Material-UI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7052" y="5989320"/>
            <a:ext cx="1207008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2772" y="599846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Goals &amp; Purpose of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1848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46304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54"/>
                </a:solidFill>
              </a:rPr>
              <a:t>Digitise Healthcare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19656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66"/>
                </a:solidFill>
              </a:rPr>
              <a:t>Design a secure, role-based platform (Patient / Doctor / Admin) that eliminates manual appointment booking and centralises healthcare management in a single portal.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04872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404872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60604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50591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54"/>
                </a:solidFill>
              </a:rPr>
              <a:t>Scalable Backend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66"/>
                </a:solidFill>
              </a:rPr>
              <a:t>Develop a production-grade RESTful API using Spring Boot 3 and MongoDB, with Swagger UI for centralised, interactive API documentation and endpoint management.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92424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392424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593592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3814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54"/>
                </a:solidFill>
              </a:rPr>
              <a:t>Industry-Standard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94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66"/>
                </a:solidFill>
              </a:rPr>
              <a:t>Implement JWT-based stateless authentication (HMAC-SHA256, 24-hr tokens) with BCrypt password hashing and Spring Security role guards to ensure data confidentiality.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379976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379976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8114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25696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54"/>
                </a:solidFill>
              </a:rPr>
              <a:t>Intelligent Doctor 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823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66"/>
                </a:solidFill>
              </a:rPr>
              <a:t>Enable real-time doctor search with specialisation-based filtering, paginated results, live availability slots, and a visual time-slot booking interface for patients.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367528"/>
            <a:ext cx="11338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367528"/>
            <a:ext cx="658368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568696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1324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54"/>
                </a:solidFill>
              </a:rPr>
              <a:t>End-to-End Appointment Lifecycle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76986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66"/>
                </a:solidFill>
              </a:rPr>
              <a:t>Allow doctors to manage consultation queues (Pending → Confirmed → Completed / Cancelled), update schedules dynamically, and maintain professional profiles.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Development Approach, APIs &amp; Tools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89888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73936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435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Requirement Analysis &amp;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792224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Identified 3 user roles (Patient, Doctor, Admin), defined use cases, system architecture, API contracts, and data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06624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706624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9067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2752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Environment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10896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Java 17 · Spring Boot 3.2.3 · React 19 + Material-UI · MongoDB · Maven · Node.js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23360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023360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407408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Database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425696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MongoDB collections: users (polymorphic), appointments, chat_sessions; Indexes: patientId, doctorId, email, username.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340096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340096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72414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53858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Backend API Development  (Spring Boot REST)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742432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Auth: POST /api/auth/register, /api/auth/login  |  Users: GET/PUT /api/users/profile, PUT /api/users/password  |  Doctors: GET /api/doctors, /api/doctors/search, /api/doctors/available, PUT /api/doctors/availability  |  Appointments: POST /api/appointments, GET /api/appointments, PUT /api/appointments/{id}/status, DELETE /api/appointments/{id}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1389888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1389888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1773936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1424" y="1435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API Documentation — Swagger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1424" y="1792224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Integrated Springdoc OpenAPI; all endpoints centralised &amp; testable at /swagger-ui.html — served as the single source of truth throughout development.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1072" y="2706624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91072" y="2706624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09067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1424" y="2752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Security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1424" y="310896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JWT (HMAC-SHA256, 24 hr expiry) · BCrypt password hashing · Spring Security filter chain · @PreAuthorize role-based guards per endpoint.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4023360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91072" y="4023360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4407408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1424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Frontend Development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1424" y="4425696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React SPA with protected routes · Axios JWT interceptors · Role-aware dashboards · Responsive layout (desktop sidebar + mobile bottom nav).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5340096"/>
            <a:ext cx="56692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1072" y="5340096"/>
            <a:ext cx="438912" cy="122529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572414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21424" y="53858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54"/>
                </a:solidFill>
              </a:rPr>
              <a:t>Testing at Each Stage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4" y="5742432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66"/>
                </a:solidFill>
              </a:rPr>
              <a:t>Postman collection for manual API testing · Swagger UI for live verification · Playwright E2E test suite (153 test cases) for full-flow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Progress &amp; 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What Was Planned vs. What Is Done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53949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394960" cy="4572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User registration &amp;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225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Doctor search &amp; specialisation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Appointment booking with time-slot picker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272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Doctor availability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9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Role-based dashboards (Patient &amp; Doctor)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Profile management (edit + password change)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34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Appointment status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36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Responsive UI (desktop + mobile)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38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AI chatbot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412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SMS / Email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43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  ›  Payment gateway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371600"/>
            <a:ext cx="53949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1371600"/>
            <a:ext cx="5394960" cy="4572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COMPLETED /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920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JWT-based auth (Patient &amp; Doctor)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225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Search by name + filter by specialisation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24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Visual slot picker + booking 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1272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Add / remove slots dynamically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529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Separate Patient &amp; Doctor dashboards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931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Edit profile + change password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34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Pending → Confirmed → Completed / Cancelled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736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7D32"/>
                </a:solidFill>
              </a:rPr>
              <a:t>  ✔  Desktop sidebar + mobile bottom nav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38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5C00"/>
                </a:solidFill>
              </a:rPr>
              <a:t>  ~  Data models ready, integration pending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5412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2828"/>
                </a:solidFill>
              </a:rPr>
              <a:t>  ✗  Planned for next phase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943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2828"/>
                </a:solidFill>
              </a:rPr>
              <a:t>  ✗  Planned for next phase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Login &amp;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Login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Register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Patient Dashboard &amp; Doctor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pati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Patient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doctor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Browse Doctors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Appointment Booking &amp; Doctor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book_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Book Appointment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docto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Doctor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Doctor Management &amp; Swagger API 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doctor_appoin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Doctor Appointments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394960" cy="5029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6355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Swagger UI — API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Planned Enhancements &amp; Extensions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Smart Healthcare Appointment System  |  Mannat Vij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37160" cy="1188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90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</a:rPr>
              <a:t>SMS &amp; Email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56232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Automated alerts to patients &amp; doctors on booking, confirmation, and cancellation via SMS and email.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34056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734056"/>
            <a:ext cx="137160" cy="1188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072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</a:rPr>
              <a:t>AI Symptom Checker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1729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Patient describes symptoms; AI engine recommends the appropriate doctor specialisation before booking.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50791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050791"/>
            <a:ext cx="137160" cy="1188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239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</a:rPr>
              <a:t>Prescription Management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489704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Doctors upload digital prescriptions post-consultation; patients access complete prescription history in one place.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67528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367528"/>
            <a:ext cx="137160" cy="1188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4406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</a:rPr>
              <a:t>Online Payment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806440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Razorpay / Stripe integration for secure online consultation fee collection before appointments.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137160" cy="1188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1490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</a:rPr>
              <a:t>Video Consultation (WebRTC)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1856232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Built-in virtual appointment feature for remote consultations without leaving the platform.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734056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734056"/>
            <a:ext cx="137160" cy="1188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28072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</a:rPr>
              <a:t>Calendar Sync &amp; Reminders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31729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Google Calendar / iCal export so patients and doctors receive appointment reminders on their devices.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50791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050791"/>
            <a:ext cx="137160" cy="1188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1239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54"/>
                </a:solidFill>
              </a:rPr>
              <a:t>Admin Analytics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4489704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66"/>
                </a:solidFill>
              </a:rPr>
              <a:t>Visual reports on appointment trends, doctor performance metrics, and user growth statistics.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47120" cy="256032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246120"/>
            <a:ext cx="4846320" cy="6400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</a:rPr>
              <a:t>Smart Healthcare Appointment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EC8F0"/>
                </a:solidFill>
              </a:rPr>
              <a:t>Mannat Vij  |  Under the Guidance of Dr. Krishna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9ABF"/>
                </a:solidFill>
              </a:rPr>
              <a:t>Computer Science &amp; Engineering  |  2024–25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