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3383280"/>
          </a:xfrm>
          <a:prstGeom prst="rect">
            <a:avLst/>
          </a:prstGeom>
          <a:solidFill>
            <a:srgbClr val="12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Smart Healthcare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64B5F6"/>
                </a:solidFill>
              </a:rPr>
              <a:t>Appointment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246120"/>
            <a:ext cx="5760720" cy="54864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0156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BDEFB"/>
                </a:solidFill>
              </a:rPr>
              <a:t>FINAL PROJECT PRESENTATION  ·  END 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Presented by:  Mannat Vij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BDEFB"/>
                </a:solidFill>
              </a:rPr>
              <a:t>Under the Guidance of:  Dr. Krishna Kumar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9107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89ABF"/>
                </a:solidFill>
              </a:rPr>
              <a:t>Computer Science &amp; Engineering  |  2024–25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Presentation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Smart Healthcare Appointment System  |  Mannat Vij  |  Final End-Term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576072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1208" y="1581912"/>
            <a:ext cx="502920" cy="502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5819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152704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C54"/>
                </a:solidFill>
              </a:rPr>
              <a:t>Introduction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19202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66"/>
                </a:solidFill>
              </a:rPr>
              <a:t>Why this project &amp; what it does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971800"/>
            <a:ext cx="576072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1208" y="3136392"/>
            <a:ext cx="502920" cy="502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31363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308152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C54"/>
                </a:solidFill>
              </a:rPr>
              <a:t>Objectives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34747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66"/>
                </a:solidFill>
              </a:rPr>
              <a:t>Five goals of the 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526280"/>
            <a:ext cx="576072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8" y="4690872"/>
            <a:ext cx="502920" cy="502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46908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463600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C54"/>
                </a:solidFill>
              </a:rPr>
              <a:t>Methodology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" y="50292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66"/>
                </a:solidFill>
              </a:rPr>
              <a:t>Approach, flow, tools used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417320"/>
            <a:ext cx="576072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19088" y="1581912"/>
            <a:ext cx="502920" cy="502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15819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152704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C54"/>
                </a:solidFill>
              </a:rPr>
              <a:t>Present Status &amp;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19202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66"/>
                </a:solidFill>
              </a:rPr>
              <a:t>What is live and working today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971800"/>
            <a:ext cx="576072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19088" y="3136392"/>
            <a:ext cx="502920" cy="502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1363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308152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C54"/>
                </a:solidFill>
              </a:rPr>
              <a:t>Project Snapshots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9168" y="34747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66"/>
                </a:solidFill>
              </a:rPr>
              <a:t>Live screenshots of every module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526280"/>
            <a:ext cx="576072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19088" y="4690872"/>
            <a:ext cx="502920" cy="502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6908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8" y="463600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C54"/>
                </a:solidFill>
              </a:rPr>
              <a:t>Future Scope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9168" y="50292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66"/>
                </a:solidFill>
              </a:rPr>
              <a:t>What comes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About the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Smart Healthcare Appointment System  |  Mannat Vij  |  Final End-Term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1274552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64592" cy="49377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554480"/>
            <a:ext cx="107899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1A1A2E"/>
                </a:solidFill>
              </a:rPr>
              <a:t>Healthcare today is held back by manual phone-bookings, paper prescriptions, missed reminders, and disconnected payment systems — patients struggle to find the right doctor and doctors lose time managing schedules and queues.
The Smart Healthcare Appointment System unifies the entire patient journey on a single platform: an AI symptom-checker triages the patient, search and filter surface the right specialist, a visual slot-picker books the appointment, Razorpay handles online payment, Mailtrap delivers booking / cancellation / 24-hour reminder emails, calendar files (.ics) sync to Google or Outlook, doctors write digital prescriptions that auto-email to the patient, and patients leave star-rated reviews. Admins oversee the platform with live KPI charts, doctor-approval workflows, system-health checks, and CSV exports.
It is a full-stack web app — React 19 + Material-UI on the front, Spring Boot 3 + MongoDB on the back, a Python Flask + scikit-learn microservice for ML triage (with a Java rule-based fallback), and a Playwright end-to-end suite that exercises the entire workflow.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989320"/>
            <a:ext cx="1088136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98464"/>
            <a:ext cx="996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React 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20824" y="5989320"/>
            <a:ext cx="1760219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66543" y="5998464"/>
            <a:ext cx="16687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Spring Boot 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90772" y="5989320"/>
            <a:ext cx="992124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6491" y="5998464"/>
            <a:ext cx="9006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MongoDB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92624" y="5989320"/>
            <a:ext cx="608076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8344" y="5998464"/>
            <a:ext cx="5166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JWT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0428" y="5989320"/>
            <a:ext cx="1376172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56148" y="5998464"/>
            <a:ext cx="12847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Material-UI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96328" y="5989320"/>
            <a:ext cx="1568195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42048" y="5998464"/>
            <a:ext cx="14767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Mailtrap SMTP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74252" y="5989320"/>
            <a:ext cx="1088136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9972" y="5998464"/>
            <a:ext cx="996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Razorpay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72116" y="5989320"/>
            <a:ext cx="224028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17836" y="599846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Flask + scikit-learn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422124" y="5989320"/>
            <a:ext cx="1088136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67844" y="5998464"/>
            <a:ext cx="996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Recharts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619988" y="5989320"/>
            <a:ext cx="128016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665708" y="5998464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Playwright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Goals of the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Smart Healthcare Appointment System  |  Mannat Vij  |  Final End-Term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113385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658368" cy="89611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618488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46304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0D2C54"/>
                </a:solidFill>
              </a:rPr>
              <a:t>Unify the Full Healthcare Lifecycle on One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81051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55566"/>
                </a:solidFill>
              </a:rPr>
              <a:t>Register, triage, find a doctor, book a slot, pay online, attend, receive a digital prescription and leave a review — all in one web app, no external tools or paperwork.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404872"/>
            <a:ext cx="113385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404872"/>
            <a:ext cx="658368" cy="89611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606040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450591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0D2C54"/>
                </a:solidFill>
              </a:rPr>
              <a:t>Three-Role Access with Scalable RESTful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798064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55566"/>
                </a:solidFill>
              </a:rPr>
              <a:t>Patient / Doctor / Admin portals over a Spring Boot 3 + MongoDB backend, documented live via Swagger UI as the single source of truth for every endpoint.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392424"/>
            <a:ext cx="113385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392424"/>
            <a:ext cx="658368" cy="89611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593592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438144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0D2C54"/>
                </a:solidFill>
              </a:rPr>
              <a:t>AI-Assisted Symptom Triage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785615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55566"/>
                </a:solidFill>
              </a:rPr>
              <a:t>Flask ML microservice (TF-IDF + RandomForest) recommends a specialisation through a multi-turn chat with red-flag detection; a Java rule-based fallback keeps chat alive when ML is offline.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379976"/>
            <a:ext cx="113385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379976"/>
            <a:ext cx="658368" cy="89611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581144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25696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0D2C54"/>
                </a:solidFill>
              </a:rPr>
              <a:t>Reliable Communication &amp; Calendaring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7316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55566"/>
                </a:solidFill>
              </a:rPr>
              <a:t>Async Mailtrap email for booking / cancellation / 24-hour reminders + downloadable .ics file and Google / Outlook deep-links pre-filled with date and doctor info.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367528"/>
            <a:ext cx="113385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5367528"/>
            <a:ext cx="658368" cy="89611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5568696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413248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0D2C54"/>
                </a:solidFill>
              </a:rPr>
              <a:t>Admin Oversight &amp; Analytics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7607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55566"/>
                </a:solidFill>
              </a:rPr>
              <a:t>KPI dashboard with Recharts (7/30/60-day trends), doctor-approval workflow, system-health panel, and one-click CSV exports for users, appointments, payments and reviews.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Development Approach, Flow &amp;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Smart Healthcare Appointment System  |  Mannat Vij  |  Final End-Term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1" y="1371600"/>
            <a:ext cx="1325880" cy="5486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" y="137160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81328" y="1481328"/>
            <a:ext cx="118872" cy="329184"/>
          </a:xfrm>
          <a:prstGeom prst="round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36776" y="1371600"/>
            <a:ext cx="1325880" cy="5486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6776" y="137160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Design DB &amp; APIs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99232" y="1481328"/>
            <a:ext cx="118872" cy="329184"/>
          </a:xfrm>
          <a:prstGeom prst="round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54680" y="1371600"/>
            <a:ext cx="1325880" cy="5486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137160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Backend (Spring)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17136" y="1481328"/>
            <a:ext cx="118872" cy="329184"/>
          </a:xfrm>
          <a:prstGeom prst="round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72584" y="1371600"/>
            <a:ext cx="1325880" cy="5486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4" y="137160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Frontend (React)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481328"/>
            <a:ext cx="118872" cy="329184"/>
          </a:xfrm>
          <a:prstGeom prst="round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0488" y="1371600"/>
            <a:ext cx="1325880" cy="5486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0488" y="137160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ML Service (Flask)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52944" y="1481328"/>
            <a:ext cx="118872" cy="329184"/>
          </a:xfrm>
          <a:prstGeom prst="round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08392" y="1371600"/>
            <a:ext cx="1325880" cy="5486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08392" y="137160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Email &amp; Payments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7" y="1481328"/>
            <a:ext cx="118872" cy="329184"/>
          </a:xfrm>
          <a:prstGeom prst="round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26296" y="1371600"/>
            <a:ext cx="1325880" cy="5486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26296" y="137160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Admin &amp; Analytics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88751" y="1481328"/>
            <a:ext cx="118872" cy="329184"/>
          </a:xfrm>
          <a:prstGeom prst="round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744200" y="1371600"/>
            <a:ext cx="1325880" cy="5486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44200" y="137160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E2E Test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2103120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2103120"/>
            <a:ext cx="411480" cy="86868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23500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214883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C54"/>
                </a:solidFill>
              </a:rPr>
              <a:t>Requirement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2468879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Three roles (Patient / Doctor / Admin), use-cases, ER design, API contracts.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063239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" y="3063239"/>
            <a:ext cx="411480" cy="86868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3310127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310895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C54"/>
                </a:solidFill>
              </a:rPr>
              <a:t>Environment Setup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3428999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Java 17 · Spring Boot 3.2 · React 19 · MongoDB · Node 18 · Python 3 / Flask.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4023360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1480" y="4023360"/>
            <a:ext cx="411480" cy="86868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42702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069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C54"/>
                </a:solidFill>
              </a:rPr>
              <a:t>Database Design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43891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Collections: users, appointments, prescriptions, reviews, payments, reminders, chat_sessions.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4983480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1480" y="4983480"/>
            <a:ext cx="411480" cy="86868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52303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029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C54"/>
                </a:solidFill>
              </a:rPr>
              <a:t>Backend REST APIs + Swagger UI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349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Auth, Users, Doctors, Appointments, Prescriptions, Reviews, Payments — all live at /swagger-ui.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91072" y="2103120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91072" y="2103120"/>
            <a:ext cx="411480" cy="86868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91072" y="23500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93992" y="214883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C54"/>
                </a:solidFill>
              </a:rPr>
              <a:t>Frontend SPA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93992" y="2468879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React with protected routes, Axios JWT interceptors, dark/light theme context, responsive layout.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91072" y="3063239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91072" y="3063239"/>
            <a:ext cx="411480" cy="86868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91072" y="3310127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93992" y="310895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C54"/>
                </a:solidFill>
              </a:rPr>
              <a:t>Email · Payments · Reminders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93992" y="3428999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Mailtrap SMTP with @Async; Razorpay checkout; @Scheduled cron at 09:00 daily for 24-hr reminders.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91072" y="4023360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91072" y="4023360"/>
            <a:ext cx="411480" cy="86868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91072" y="42702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93992" y="4069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C54"/>
                </a:solidFill>
              </a:rPr>
              <a:t>ML Chatbot (with fallback)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93992" y="43891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Flask multi-turn FSM, red-flag detection; Java SymptomMatcher activates if Flask is offline.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91072" y="4983480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91072" y="4983480"/>
            <a:ext cx="411480" cy="86868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91072" y="52303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93992" y="5029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C54"/>
                </a:solidFill>
              </a:rPr>
              <a:t>Testing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93992" y="5349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Postman + Swagger for API; Playwright single full-session E2E spec exercising every flow.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0" y="6035040"/>
            <a:ext cx="6702552" cy="45720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43200" y="6035040"/>
            <a:ext cx="6702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BDEFB"/>
                </a:solidFill>
              </a:rPr>
              <a:t>Secured with JWT (HMAC-SHA256) · BCrypt password hashing · Spring Security role guards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Present Status &amp; Features —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Patient-Side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Smart Healthcare Appointment System  |  Mannat Vij  |  Final End-Term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71600"/>
            <a:ext cx="5486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502920" cy="7680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51790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40817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C54"/>
                </a:solidFill>
              </a:rPr>
              <a:t>Three-role JWT 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70078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Separate signup/login flows for Patient, Doctor, Admin; HMAC-SHA256 tokens, BCrypt passwords.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212848"/>
            <a:ext cx="5486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212848"/>
            <a:ext cx="502920" cy="7680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3591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24942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C54"/>
                </a:solidFill>
              </a:rPr>
              <a:t>AI Symptom Checker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54203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Multi-turn chat (symptom → severity → duration → red-flag) recommends a specialisation.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054096"/>
            <a:ext cx="5486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054096"/>
            <a:ext cx="502920" cy="7680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2004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09067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C54"/>
                </a:solidFill>
              </a:rPr>
              <a:t>Doctor 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38327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Full-text name search + specialisation filter + paginated results + per-doctor profile pages.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895344"/>
            <a:ext cx="5486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3895344"/>
            <a:ext cx="502920" cy="7680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416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93192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C54"/>
                </a:solidFill>
              </a:rPr>
              <a:t>Visual slot picker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2245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Live availability per doctor; only open slots are clickable in the booking form.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736592"/>
            <a:ext cx="5486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4736592"/>
            <a:ext cx="502920" cy="7680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88289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77316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C54"/>
                </a:solidFill>
              </a:rPr>
              <a:t>Razorpay online payment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06577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Pay before confirmation; payment record persisted and visible in patient history.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5577840"/>
            <a:ext cx="5486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5577840"/>
            <a:ext cx="502920" cy="7680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72414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61441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C54"/>
                </a:solidFill>
              </a:rPr>
              <a:t>Calendar export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90702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One-click .ics download + Google / Outlook deep-links pre-filled with date &amp; doctor.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91072" y="1371600"/>
            <a:ext cx="5486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91072" y="1371600"/>
            <a:ext cx="502920" cy="7680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1072" y="151790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85432" y="140817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C54"/>
                </a:solidFill>
              </a:rPr>
              <a:t>Prescription viewer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85432" y="170078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See every prescription from doctor: medications, dosage, frequency, advice, date.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91072" y="2212848"/>
            <a:ext cx="5486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91072" y="2212848"/>
            <a:ext cx="502920" cy="7680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91072" y="23591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85432" y="224942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C54"/>
                </a:solidFill>
              </a:rPr>
              <a:t>Reviews &amp; 5-star ratings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85432" y="254203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Submit a rating + comment after a completed visit; aggregated on doctor profile.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91072" y="3054096"/>
            <a:ext cx="5486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91072" y="3054096"/>
            <a:ext cx="502920" cy="7680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91072" y="32004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85432" y="309067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C54"/>
                </a:solidFill>
              </a:rPr>
              <a:t>Profile &amp; password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85432" y="338327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Edit personal info; change password with old-password verification.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91072" y="3895344"/>
            <a:ext cx="5486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91072" y="3895344"/>
            <a:ext cx="502920" cy="7680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91072" y="40416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5432" y="393192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C54"/>
                </a:solidFill>
              </a:rPr>
              <a:t>Notification bell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85432" y="42245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Live badge for booking confirmations, cancellations, reminders, prescriptions.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91072" y="4736592"/>
            <a:ext cx="5486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91072" y="4736592"/>
            <a:ext cx="502920" cy="7680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91072" y="488289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85432" y="477316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C54"/>
                </a:solidFill>
              </a:rPr>
              <a:t>Dark / Light theme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85432" y="506577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Toggle in app bar; preference saved to localStorage; respects OS preference initially.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91072" y="5577840"/>
            <a:ext cx="5486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91072" y="5577840"/>
            <a:ext cx="502920" cy="7680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91072" y="572414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85432" y="561441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C54"/>
                </a:solidFill>
              </a:rPr>
              <a:t>Responsive UI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85432" y="590702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Desktop sidebar + mobile bottom nav; Material-UI breakpoints throughout.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Present Status &amp; Features — 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Doctor · Admin ·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Smart Healthcare Appointment System  |  Mannat Vij  |  Final End-Term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71600"/>
            <a:ext cx="5486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502920" cy="7680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51790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40817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C54"/>
                </a:solidFill>
              </a:rPr>
              <a:t>Doctor schedule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70078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Add or remove time slots dynamically; bulk weekly templates; one-click 'Out of Clinic'.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212848"/>
            <a:ext cx="5486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212848"/>
            <a:ext cx="502920" cy="7680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3591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24942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C54"/>
                </a:solidFill>
              </a:rPr>
              <a:t>Doctor appointments queue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54203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Filter by status (Pending / Confirmed / Completed / Cancelled); accept / reject in a click.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054096"/>
            <a:ext cx="5486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054096"/>
            <a:ext cx="502920" cy="7680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2004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09067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C54"/>
                </a:solidFill>
              </a:rPr>
              <a:t>Write prescription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38327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Structured form: medications, dosage, frequency, duration, advice — auto-emailed to patient.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895344"/>
            <a:ext cx="5486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3895344"/>
            <a:ext cx="502920" cy="7680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416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93192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C54"/>
                </a:solidFill>
              </a:rPr>
              <a:t>Doctor profile page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2245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Public bio + cumulative rating + full review list visible to patients.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736592"/>
            <a:ext cx="5486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4736592"/>
            <a:ext cx="502920" cy="7680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88289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77316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C54"/>
                </a:solidFill>
              </a:rPr>
              <a:t>Admin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06577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KPI cards (users, doctors, appointments, revenue) + Recharts line / bar / pie charts.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5577840"/>
            <a:ext cx="5486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5577840"/>
            <a:ext cx="502920" cy="7680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72414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61441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C54"/>
                </a:solidFill>
              </a:rPr>
              <a:t>Admin user management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90702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Searchable user table; activate, deactivate, delete; role and status filters.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6419088"/>
            <a:ext cx="5486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" y="6419088"/>
            <a:ext cx="502920" cy="7680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65653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645566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C54"/>
                </a:solidFill>
              </a:rPr>
              <a:t>Doctor approval workflow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67482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New doctors stay invisible until admin approves; rejection toggles active flag.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91072" y="1371600"/>
            <a:ext cx="5486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91072" y="1371600"/>
            <a:ext cx="502920" cy="7680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91072" y="151790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85432" y="140817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C54"/>
                </a:solidFill>
              </a:rPr>
              <a:t>CSV exports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85432" y="170078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One-click export for Users, Appointments, Payments, Reviews.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91072" y="2212848"/>
            <a:ext cx="5486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91072" y="2212848"/>
            <a:ext cx="502920" cy="7680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91072" y="23591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85432" y="224942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C54"/>
                </a:solidFill>
              </a:rPr>
              <a:t>System-health panel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85432" y="254203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Live indicators for Mongo, Mailer, ML service, Razorpay; live activity feed below.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91072" y="3054096"/>
            <a:ext cx="5486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91072" y="3054096"/>
            <a:ext cx="502920" cy="7680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91072" y="32004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5432" y="309067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C54"/>
                </a:solidFill>
              </a:rPr>
              <a:t>Mailtrap email pipeline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85432" y="338327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Async @Async-driven booking confirmation, cancellation notice, 24-hr reminder mails.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91072" y="3895344"/>
            <a:ext cx="5486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91072" y="3895344"/>
            <a:ext cx="502920" cy="7680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91072" y="40416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85432" y="393192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C54"/>
                </a:solidFill>
              </a:rPr>
              <a:t>24-hour automated reminders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85432" y="42245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@Scheduled cron at 09:00 daily; Reminders collection prevents duplicates.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91072" y="4736592"/>
            <a:ext cx="5486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91072" y="4736592"/>
            <a:ext cx="502920" cy="7680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91072" y="488289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85432" y="477316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C54"/>
                </a:solidFill>
              </a:rPr>
              <a:t>Cancellation flow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85432" y="506577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Slot auto-released back into availability + email sent to the patient.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91072" y="5577840"/>
            <a:ext cx="5486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91072" y="5577840"/>
            <a:ext cx="502920" cy="7680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91072" y="572414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85432" y="561441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C54"/>
                </a:solidFill>
              </a:rPr>
              <a:t>Swagger UI live API docs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85432" y="590702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/swagger-ui.html — single source of truth for every endpoint, interactively testable.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91072" y="6419088"/>
            <a:ext cx="5486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91072" y="6419088"/>
            <a:ext cx="502920" cy="7680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91072" y="65653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85432" y="645566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C54"/>
                </a:solidFill>
              </a:rPr>
              <a:t>Playwright E2E suite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85432" y="67482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Full-session spec: register → triage → book → pay → accept → prescribe → review → admin.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Project Snapshots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Authentication &amp; Onboarding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Smart Healthcare Appointment System  |  Mannat Vij  |  Final End-Term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nal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5394960" cy="5029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6355080"/>
            <a:ext cx="5394960" cy="3200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355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Login Page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nal_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25880"/>
            <a:ext cx="5394960" cy="50292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355080" y="6355080"/>
            <a:ext cx="5394960" cy="3200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6355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Register Page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Project Snapshots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AI Triage &amp; Doctor Discovery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Smart Healthcare Appointment System  |  Mannat Vij  |  Final End-Term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nal_chat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5394960" cy="5029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6355080"/>
            <a:ext cx="5394960" cy="3200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355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AI Symptom Checker Chatbot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nal_doctor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25880"/>
            <a:ext cx="5394960" cy="50292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355080" y="6355080"/>
            <a:ext cx="5394960" cy="3200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6355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Browse Doctors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Project Snapshots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Doctor Profile &amp; Booking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Smart Healthcare Appointment System  |  Mannat Vij  |  Final End-Term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nal_doctor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5394960" cy="5029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6355080"/>
            <a:ext cx="5394960" cy="3200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355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Doctor Profile + Reviews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nal_book_appoint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25880"/>
            <a:ext cx="5394960" cy="50292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355080" y="6355080"/>
            <a:ext cx="5394960" cy="3200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6355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Booking · Slot Picker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Project Snapshots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Payment &amp; My Appointments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Smart Healthcare Appointment System  |  Mannat Vij  |  Final End-Term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nal_pa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5394960" cy="5029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6355080"/>
            <a:ext cx="5394960" cy="3200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355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Razorpay Online Payment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nal_appoint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25880"/>
            <a:ext cx="5394960" cy="50292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355080" y="6355080"/>
            <a:ext cx="5394960" cy="3200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6355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Patient Appointments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Project Snapshots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Notifications, Prescriptions &amp; Dark Mode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Smart Healthcare Appointment System  |  Mannat Vij  |  Final End-Term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nal_prescription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5394960" cy="5029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6355080"/>
            <a:ext cx="5394960" cy="3200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355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Prescription Viewer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nal_dark_m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25880"/>
            <a:ext cx="5394960" cy="50292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355080" y="6355080"/>
            <a:ext cx="5394960" cy="3200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6355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Dark Mode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Project Snapshots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Doctor Workspace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Smart Healthcare Appointment System  |  Mannat Vij  |  Final End-Term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nal_docto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5394960" cy="5029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6355080"/>
            <a:ext cx="5394960" cy="3200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355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Doctor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nal_doctor_appoint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25880"/>
            <a:ext cx="5394960" cy="50292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355080" y="6355080"/>
            <a:ext cx="5394960" cy="3200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6355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Doctor Appointments Queue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Project Snapshots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Doctor Tools — Prescription &amp; Availability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Smart Healthcare Appointment System  |  Mannat Vij  |  Final End-Term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nal_prescription_wr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5394960" cy="5029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6355080"/>
            <a:ext cx="5394960" cy="3200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355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Writing a Prescription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nal_doctor_avail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25880"/>
            <a:ext cx="5394960" cy="50292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355080" y="6355080"/>
            <a:ext cx="5394960" cy="3200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6355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Schedule Management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Project Snapshots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Admin Portal &amp; API Docs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Smart Healthcare Appointment System  |  Mannat Vij  |  Final End-Term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nal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5394960" cy="5029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6355080"/>
            <a:ext cx="5394960" cy="3200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355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Admin Dashboard · KPIs &amp; Charts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nal_doctor_approv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25880"/>
            <a:ext cx="5394960" cy="50292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355080" y="6355080"/>
            <a:ext cx="5394960" cy="3200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6355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Doctor Approvals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Project Snapshots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Admin Operations &amp; Swagger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Smart Healthcare Appointment System  |  Mannat Vij  |  Final End-Term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nal_admin_user_mgm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5394960" cy="5029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6355080"/>
            <a:ext cx="5394960" cy="3200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355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User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nal_swag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25880"/>
            <a:ext cx="5394960" cy="50292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355080" y="6355080"/>
            <a:ext cx="5394960" cy="3200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6355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Swagger UI · Live API Docs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Planned Enhancements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Smart Healthcare Appointment System  |  Mannat Vij  |  Final End-Term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554480"/>
            <a:ext cx="103601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554480"/>
            <a:ext cx="164592" cy="137160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171907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C54"/>
                </a:solidFill>
              </a:rPr>
              <a:t>Video Consultation (WebRTC)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194560"/>
            <a:ext cx="9875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66"/>
                </a:solidFill>
              </a:rPr>
              <a:t>In-platform virtual visits with screen-share and optional session recording — patients consult without ever leaving the portal.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108960"/>
            <a:ext cx="103601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108960"/>
            <a:ext cx="164592" cy="137160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27355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C54"/>
                </a:solidFill>
              </a:rPr>
              <a:t>Mobile App (React Native)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749039"/>
            <a:ext cx="9875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66"/>
                </a:solidFill>
              </a:rPr>
              <a:t>Native iOS / Android client with push notifications, offline-cached prescriptions, biometric login and native calendar sync.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663440"/>
            <a:ext cx="103601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663440"/>
            <a:ext cx="164592" cy="137160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828031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C54"/>
                </a:solidFill>
              </a:rPr>
              <a:t>Predictive Analytics &amp; EHR Interop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303520"/>
            <a:ext cx="9875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66"/>
                </a:solidFill>
              </a:rPr>
              <a:t>Forecast appointment volumes, predict no-shows, and export records to hospital EHRs via the FHIR standard for hospital-wide integration.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47120" cy="2560320"/>
          </a:xfrm>
          <a:prstGeom prst="rect">
            <a:avLst/>
          </a:prstGeom>
          <a:solidFill>
            <a:srgbClr val="12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246120"/>
            <a:ext cx="4846320" cy="64008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BDEFB"/>
                </a:solidFill>
              </a:rPr>
              <a:t>Smart Healthcare Appointment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EC8F0"/>
                </a:solidFill>
              </a:rPr>
              <a:t>Mannat Vij  |  Under the Guidance of Dr. Krishna Kumar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9107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89ABF"/>
                </a:solidFill>
              </a:rPr>
              <a:t>Computer Science &amp; Engineering  |  2024–25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